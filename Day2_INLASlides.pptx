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95" r:id="rId3"/>
    <p:sldId id="257" r:id="rId4"/>
    <p:sldId id="370" r:id="rId5"/>
    <p:sldId id="386" r:id="rId6"/>
    <p:sldId id="388" r:id="rId7"/>
    <p:sldId id="389" r:id="rId8"/>
    <p:sldId id="390" r:id="rId9"/>
    <p:sldId id="379" r:id="rId10"/>
    <p:sldId id="391" r:id="rId11"/>
    <p:sldId id="396" r:id="rId12"/>
    <p:sldId id="393" r:id="rId13"/>
    <p:sldId id="394" r:id="rId14"/>
    <p:sldId id="39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CF1C48C-5262-452E-8A2F-A9BD7E5FAD1B}">
          <p14:sldIdLst>
            <p14:sldId id="295"/>
            <p14:sldId id="257"/>
            <p14:sldId id="370"/>
            <p14:sldId id="386"/>
            <p14:sldId id="388"/>
            <p14:sldId id="389"/>
            <p14:sldId id="390"/>
            <p14:sldId id="379"/>
            <p14:sldId id="391"/>
            <p14:sldId id="396"/>
            <p14:sldId id="393"/>
            <p14:sldId id="39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B28"/>
    <a:srgbClr val="CCFF00"/>
    <a:srgbClr val="D0E6CA"/>
    <a:srgbClr val="3BFF05"/>
    <a:srgbClr val="B0E9AD"/>
    <a:srgbClr val="E35E35"/>
    <a:srgbClr val="9BBF61"/>
    <a:srgbClr val="CD05FF"/>
    <a:srgbClr val="05FFE6"/>
    <a:srgbClr val="D4D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5D6457-4BA0-2443-8238-69094365F486}" v="81" dt="2025-11-23T10:56:44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10" autoAdjust="0"/>
  </p:normalViewPr>
  <p:slideViewPr>
    <p:cSldViewPr snapToGrid="0">
      <p:cViewPr varScale="1">
        <p:scale>
          <a:sx n="119" d="100"/>
          <a:sy n="119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Tseitlin" userId="bb9a064b-a0a0-473d-82e1-46931e9ba129" providerId="ADAL" clId="{6FA16F2B-5FE9-5CD1-A5AE-053ED128255B}"/>
    <pc:docChg chg="undo custSel addSld delSld modSld sldOrd modSection">
      <pc:chgData name="Michael Tseitlin" userId="bb9a064b-a0a0-473d-82e1-46931e9ba129" providerId="ADAL" clId="{6FA16F2B-5FE9-5CD1-A5AE-053ED128255B}" dt="2025-11-23T11:31:39.073" v="5770" actId="20577"/>
      <pc:docMkLst>
        <pc:docMk/>
      </pc:docMkLst>
      <pc:sldChg chg="addSp delSp modSp add del mod setBg delDesignElem">
        <pc:chgData name="Michael Tseitlin" userId="bb9a064b-a0a0-473d-82e1-46931e9ba129" providerId="ADAL" clId="{6FA16F2B-5FE9-5CD1-A5AE-053ED128255B}" dt="2025-11-23T10:31:03.117" v="4949" actId="20577"/>
        <pc:sldMkLst>
          <pc:docMk/>
          <pc:sldMk cId="136510449" sldId="257"/>
        </pc:sldMkLst>
        <pc:spChg chg="mod">
          <ac:chgData name="Michael Tseitlin" userId="bb9a064b-a0a0-473d-82e1-46931e9ba129" providerId="ADAL" clId="{6FA16F2B-5FE9-5CD1-A5AE-053ED128255B}" dt="2025-11-23T10:28:26.011" v="4872" actId="113"/>
          <ac:spMkLst>
            <pc:docMk/>
            <pc:sldMk cId="136510449" sldId="257"/>
            <ac:spMk id="2" creationId="{EC62D9C6-70E7-7C55-9328-7622A8AA070B}"/>
          </ac:spMkLst>
        </pc:spChg>
        <pc:spChg chg="del mod">
          <ac:chgData name="Michael Tseitlin" userId="bb9a064b-a0a0-473d-82e1-46931e9ba129" providerId="ADAL" clId="{6FA16F2B-5FE9-5CD1-A5AE-053ED128255B}" dt="2025-11-23T10:28:40.114" v="4876" actId="478"/>
          <ac:spMkLst>
            <pc:docMk/>
            <pc:sldMk cId="136510449" sldId="257"/>
            <ac:spMk id="3" creationId="{DDDE2A77-0547-7C3B-E4E1-CE29E1B572F8}"/>
          </ac:spMkLst>
        </pc:spChg>
        <pc:spChg chg="add del mod">
          <ac:chgData name="Michael Tseitlin" userId="bb9a064b-a0a0-473d-82e1-46931e9ba129" providerId="ADAL" clId="{6FA16F2B-5FE9-5CD1-A5AE-053ED128255B}" dt="2025-11-23T10:28:40.433" v="4878"/>
          <ac:spMkLst>
            <pc:docMk/>
            <pc:sldMk cId="136510449" sldId="257"/>
            <ac:spMk id="4" creationId="{B04F1295-E059-7AC8-33B5-8225A331854F}"/>
          </ac:spMkLst>
        </pc:spChg>
        <pc:spChg chg="add del mod">
          <ac:chgData name="Michael Tseitlin" userId="bb9a064b-a0a0-473d-82e1-46931e9ba129" providerId="ADAL" clId="{6FA16F2B-5FE9-5CD1-A5AE-053ED128255B}" dt="2025-11-23T10:28:37.677" v="4875" actId="478"/>
          <ac:spMkLst>
            <pc:docMk/>
            <pc:sldMk cId="136510449" sldId="257"/>
            <ac:spMk id="5" creationId="{E7B01DA8-ABA3-A1F0-FFD4-197C8A9F58CB}"/>
          </ac:spMkLst>
        </pc:spChg>
        <pc:spChg chg="add del mod">
          <ac:chgData name="Michael Tseitlin" userId="bb9a064b-a0a0-473d-82e1-46931e9ba129" providerId="ADAL" clId="{6FA16F2B-5FE9-5CD1-A5AE-053ED128255B}" dt="2025-11-23T10:28:43.687" v="4881" actId="478"/>
          <ac:spMkLst>
            <pc:docMk/>
            <pc:sldMk cId="136510449" sldId="257"/>
            <ac:spMk id="7" creationId="{3388E17B-2996-C6BE-D854-DFE89E88E977}"/>
          </ac:spMkLst>
        </pc:spChg>
        <pc:spChg chg="add del">
          <ac:chgData name="Michael Tseitlin" userId="bb9a064b-a0a0-473d-82e1-46931e9ba129" providerId="ADAL" clId="{6FA16F2B-5FE9-5CD1-A5AE-053ED128255B}" dt="2025-11-23T10:27:52.121" v="4866"/>
          <ac:spMkLst>
            <pc:docMk/>
            <pc:sldMk cId="136510449" sldId="257"/>
            <ac:spMk id="8" creationId="{D0BE3D13-5BE5-4B05-AFCF-2A2E059D29F8}"/>
          </ac:spMkLst>
        </pc:spChg>
        <pc:spChg chg="add mod">
          <ac:chgData name="Michael Tseitlin" userId="bb9a064b-a0a0-473d-82e1-46931e9ba129" providerId="ADAL" clId="{6FA16F2B-5FE9-5CD1-A5AE-053ED128255B}" dt="2025-11-23T10:31:03.117" v="4949" actId="20577"/>
          <ac:spMkLst>
            <pc:docMk/>
            <pc:sldMk cId="136510449" sldId="257"/>
            <ac:spMk id="9" creationId="{0D82D1E0-6EBE-7FE1-FC32-60BA89811AFF}"/>
          </ac:spMkLst>
        </pc:spChg>
        <pc:spChg chg="add del">
          <ac:chgData name="Michael Tseitlin" userId="bb9a064b-a0a0-473d-82e1-46931e9ba129" providerId="ADAL" clId="{6FA16F2B-5FE9-5CD1-A5AE-053ED128255B}" dt="2025-11-23T10:27:52.121" v="4866"/>
          <ac:spMkLst>
            <pc:docMk/>
            <pc:sldMk cId="136510449" sldId="257"/>
            <ac:spMk id="10" creationId="{76562092-3AA7-4EF0-9007-C44F879A1308}"/>
          </ac:spMkLst>
        </pc:spChg>
        <pc:spChg chg="add del">
          <ac:chgData name="Michael Tseitlin" userId="bb9a064b-a0a0-473d-82e1-46931e9ba129" providerId="ADAL" clId="{6FA16F2B-5FE9-5CD1-A5AE-053ED128255B}" dt="2025-11-23T10:27:52.121" v="4866"/>
          <ac:spMkLst>
            <pc:docMk/>
            <pc:sldMk cId="136510449" sldId="257"/>
            <ac:spMk id="12" creationId="{1AC85C80-0175-4214-A13D-03C224658C16}"/>
          </ac:spMkLst>
        </pc:spChg>
        <pc:picChg chg="add mod">
          <ac:chgData name="Michael Tseitlin" userId="bb9a064b-a0a0-473d-82e1-46931e9ba129" providerId="ADAL" clId="{6FA16F2B-5FE9-5CD1-A5AE-053ED128255B}" dt="2025-11-23T10:29:13.482" v="4888" actId="1076"/>
          <ac:picMkLst>
            <pc:docMk/>
            <pc:sldMk cId="136510449" sldId="257"/>
            <ac:picMk id="11" creationId="{17C84EFD-0073-8151-5FAD-2F6EE07B74E5}"/>
          </ac:picMkLst>
        </pc:picChg>
        <pc:picChg chg="add del">
          <ac:chgData name="Michael Tseitlin" userId="bb9a064b-a0a0-473d-82e1-46931e9ba129" providerId="ADAL" clId="{6FA16F2B-5FE9-5CD1-A5AE-053ED128255B}" dt="2025-11-23T10:27:52.121" v="4866"/>
          <ac:picMkLst>
            <pc:docMk/>
            <pc:sldMk cId="136510449" sldId="257"/>
            <ac:picMk id="14" creationId="{E60B620B-3E81-4075-BC12-D4FB3E299C70}"/>
          </ac:picMkLst>
        </pc:picChg>
      </pc:sldChg>
      <pc:sldChg chg="modSp mod">
        <pc:chgData name="Michael Tseitlin" userId="bb9a064b-a0a0-473d-82e1-46931e9ba129" providerId="ADAL" clId="{6FA16F2B-5FE9-5CD1-A5AE-053ED128255B}" dt="2025-11-23T09:34:54.841" v="59" actId="14100"/>
        <pc:sldMkLst>
          <pc:docMk/>
          <pc:sldMk cId="829742991" sldId="295"/>
        </pc:sldMkLst>
        <pc:spChg chg="mod">
          <ac:chgData name="Michael Tseitlin" userId="bb9a064b-a0a0-473d-82e1-46931e9ba129" providerId="ADAL" clId="{6FA16F2B-5FE9-5CD1-A5AE-053ED128255B}" dt="2025-11-23T09:34:54.841" v="59" actId="14100"/>
          <ac:spMkLst>
            <pc:docMk/>
            <pc:sldMk cId="829742991" sldId="295"/>
            <ac:spMk id="2" creationId="{00000000-0000-0000-0000-000000000000}"/>
          </ac:spMkLst>
        </pc:spChg>
        <pc:spChg chg="mod">
          <ac:chgData name="Michael Tseitlin" userId="bb9a064b-a0a0-473d-82e1-46931e9ba129" providerId="ADAL" clId="{6FA16F2B-5FE9-5CD1-A5AE-053ED128255B}" dt="2025-11-23T09:34:41.755" v="11" actId="20577"/>
          <ac:spMkLst>
            <pc:docMk/>
            <pc:sldMk cId="829742991" sldId="295"/>
            <ac:spMk id="3" creationId="{00000000-0000-0000-0000-000000000000}"/>
          </ac:spMkLst>
        </pc:spChg>
      </pc:sldChg>
      <pc:sldChg chg="del">
        <pc:chgData name="Michael Tseitlin" userId="bb9a064b-a0a0-473d-82e1-46931e9ba129" providerId="ADAL" clId="{6FA16F2B-5FE9-5CD1-A5AE-053ED128255B}" dt="2025-11-23T10:09:08.631" v="2692" actId="2696"/>
        <pc:sldMkLst>
          <pc:docMk/>
          <pc:sldMk cId="3391850800" sldId="366"/>
        </pc:sldMkLst>
      </pc:sldChg>
      <pc:sldChg chg="del">
        <pc:chgData name="Michael Tseitlin" userId="bb9a064b-a0a0-473d-82e1-46931e9ba129" providerId="ADAL" clId="{6FA16F2B-5FE9-5CD1-A5AE-053ED128255B}" dt="2025-11-23T09:36:49.545" v="60" actId="2696"/>
        <pc:sldMkLst>
          <pc:docMk/>
          <pc:sldMk cId="442381388" sldId="368"/>
        </pc:sldMkLst>
      </pc:sldChg>
      <pc:sldChg chg="modSp mod ord">
        <pc:chgData name="Michael Tseitlin" userId="bb9a064b-a0a0-473d-82e1-46931e9ba129" providerId="ADAL" clId="{6FA16F2B-5FE9-5CD1-A5AE-053ED128255B}" dt="2025-11-23T10:02:25.292" v="2223" actId="113"/>
        <pc:sldMkLst>
          <pc:docMk/>
          <pc:sldMk cId="1485296066" sldId="370"/>
        </pc:sldMkLst>
        <pc:spChg chg="mod">
          <ac:chgData name="Michael Tseitlin" userId="bb9a064b-a0a0-473d-82e1-46931e9ba129" providerId="ADAL" clId="{6FA16F2B-5FE9-5CD1-A5AE-053ED128255B}" dt="2025-11-23T09:38:50.655" v="91" actId="20577"/>
          <ac:spMkLst>
            <pc:docMk/>
            <pc:sldMk cId="1485296066" sldId="370"/>
            <ac:spMk id="2" creationId="{AFFCB549-1BBC-4BF2-E476-AE569C2BE74E}"/>
          </ac:spMkLst>
        </pc:spChg>
        <pc:spChg chg="mod">
          <ac:chgData name="Michael Tseitlin" userId="bb9a064b-a0a0-473d-82e1-46931e9ba129" providerId="ADAL" clId="{6FA16F2B-5FE9-5CD1-A5AE-053ED128255B}" dt="2025-11-23T10:02:25.292" v="2223" actId="113"/>
          <ac:spMkLst>
            <pc:docMk/>
            <pc:sldMk cId="1485296066" sldId="370"/>
            <ac:spMk id="3" creationId="{186D8C61-90EA-34F2-8019-75DECA486BBA}"/>
          </ac:spMkLst>
        </pc:spChg>
      </pc:sldChg>
      <pc:sldChg chg="delSp modSp del mod">
        <pc:chgData name="Michael Tseitlin" userId="bb9a064b-a0a0-473d-82e1-46931e9ba129" providerId="ADAL" clId="{6FA16F2B-5FE9-5CD1-A5AE-053ED128255B}" dt="2025-11-23T10:30:07.405" v="4902" actId="2696"/>
        <pc:sldMkLst>
          <pc:docMk/>
          <pc:sldMk cId="3217497016" sldId="377"/>
        </pc:sldMkLst>
        <pc:spChg chg="mod">
          <ac:chgData name="Michael Tseitlin" userId="bb9a064b-a0a0-473d-82e1-46931e9ba129" providerId="ADAL" clId="{6FA16F2B-5FE9-5CD1-A5AE-053ED128255B}" dt="2025-11-23T10:29:41.477" v="4895" actId="21"/>
          <ac:spMkLst>
            <pc:docMk/>
            <pc:sldMk cId="3217497016" sldId="377"/>
            <ac:spMk id="2" creationId="{4D5FE85F-73BE-804E-5B23-A02CF0D547F3}"/>
          </ac:spMkLst>
        </pc:spChg>
        <pc:spChg chg="mod">
          <ac:chgData name="Michael Tseitlin" userId="bb9a064b-a0a0-473d-82e1-46931e9ba129" providerId="ADAL" clId="{6FA16F2B-5FE9-5CD1-A5AE-053ED128255B}" dt="2025-11-23T10:29:50.059" v="4898" actId="21"/>
          <ac:spMkLst>
            <pc:docMk/>
            <pc:sldMk cId="3217497016" sldId="377"/>
            <ac:spMk id="3" creationId="{85223FB8-A92D-48A4-3639-0B808C23756D}"/>
          </ac:spMkLst>
        </pc:spChg>
        <pc:spChg chg="del">
          <ac:chgData name="Michael Tseitlin" userId="bb9a064b-a0a0-473d-82e1-46931e9ba129" providerId="ADAL" clId="{6FA16F2B-5FE9-5CD1-A5AE-053ED128255B}" dt="2025-11-23T10:09:07.210" v="2691" actId="478"/>
          <ac:spMkLst>
            <pc:docMk/>
            <pc:sldMk cId="3217497016" sldId="377"/>
            <ac:spMk id="5" creationId="{72435F73-1F7D-A975-CE7B-9377DBA76C5D}"/>
          </ac:spMkLst>
        </pc:spChg>
      </pc:sldChg>
      <pc:sldChg chg="delSp modSp del mod">
        <pc:chgData name="Michael Tseitlin" userId="bb9a064b-a0a0-473d-82e1-46931e9ba129" providerId="ADAL" clId="{6FA16F2B-5FE9-5CD1-A5AE-053ED128255B}" dt="2025-11-23T09:53:08.892" v="1474" actId="2696"/>
        <pc:sldMkLst>
          <pc:docMk/>
          <pc:sldMk cId="1342061675" sldId="378"/>
        </pc:sldMkLst>
        <pc:spChg chg="mod">
          <ac:chgData name="Michael Tseitlin" userId="bb9a064b-a0a0-473d-82e1-46931e9ba129" providerId="ADAL" clId="{6FA16F2B-5FE9-5CD1-A5AE-053ED128255B}" dt="2025-11-23T09:38:32.003" v="78" actId="20577"/>
          <ac:spMkLst>
            <pc:docMk/>
            <pc:sldMk cId="1342061675" sldId="378"/>
            <ac:spMk id="2" creationId="{D9B4623F-A5F2-574A-4C7C-FF53A77E8EE8}"/>
          </ac:spMkLst>
        </pc:spChg>
        <pc:spChg chg="mod">
          <ac:chgData name="Michael Tseitlin" userId="bb9a064b-a0a0-473d-82e1-46931e9ba129" providerId="ADAL" clId="{6FA16F2B-5FE9-5CD1-A5AE-053ED128255B}" dt="2025-11-23T09:38:38.956" v="79" actId="14100"/>
          <ac:spMkLst>
            <pc:docMk/>
            <pc:sldMk cId="1342061675" sldId="378"/>
            <ac:spMk id="3" creationId="{A8143F81-024B-600F-FB8F-254D0B9CBFF8}"/>
          </ac:spMkLst>
        </pc:spChg>
        <pc:picChg chg="del">
          <ac:chgData name="Michael Tseitlin" userId="bb9a064b-a0a0-473d-82e1-46931e9ba129" providerId="ADAL" clId="{6FA16F2B-5FE9-5CD1-A5AE-053ED128255B}" dt="2025-11-23T09:38:23.937" v="61" actId="478"/>
          <ac:picMkLst>
            <pc:docMk/>
            <pc:sldMk cId="1342061675" sldId="378"/>
            <ac:picMk id="3074" creationId="{8D0A57D0-CEB0-BF33-50A0-D5F73012C8CE}"/>
          </ac:picMkLst>
        </pc:picChg>
      </pc:sldChg>
      <pc:sldChg chg="modSp mod">
        <pc:chgData name="Michael Tseitlin" userId="bb9a064b-a0a0-473d-82e1-46931e9ba129" providerId="ADAL" clId="{6FA16F2B-5FE9-5CD1-A5AE-053ED128255B}" dt="2025-11-23T10:24:54.466" v="4857" actId="20577"/>
        <pc:sldMkLst>
          <pc:docMk/>
          <pc:sldMk cId="2291834148" sldId="379"/>
        </pc:sldMkLst>
        <pc:spChg chg="mod">
          <ac:chgData name="Michael Tseitlin" userId="bb9a064b-a0a0-473d-82e1-46931e9ba129" providerId="ADAL" clId="{6FA16F2B-5FE9-5CD1-A5AE-053ED128255B}" dt="2025-11-23T10:24:54.466" v="4857" actId="20577"/>
          <ac:spMkLst>
            <pc:docMk/>
            <pc:sldMk cId="2291834148" sldId="379"/>
            <ac:spMk id="3" creationId="{BE142EAE-FDD7-6EB2-2307-A48FB2E82AA9}"/>
          </ac:spMkLst>
        </pc:spChg>
      </pc:sldChg>
      <pc:sldChg chg="del">
        <pc:chgData name="Michael Tseitlin" userId="bb9a064b-a0a0-473d-82e1-46931e9ba129" providerId="ADAL" clId="{6FA16F2B-5FE9-5CD1-A5AE-053ED128255B}" dt="2025-11-23T10:25:16.732" v="4858" actId="2696"/>
        <pc:sldMkLst>
          <pc:docMk/>
          <pc:sldMk cId="1422669962" sldId="380"/>
        </pc:sldMkLst>
      </pc:sldChg>
      <pc:sldChg chg="del">
        <pc:chgData name="Michael Tseitlin" userId="bb9a064b-a0a0-473d-82e1-46931e9ba129" providerId="ADAL" clId="{6FA16F2B-5FE9-5CD1-A5AE-053ED128255B}" dt="2025-11-23T09:53:02.989" v="1473" actId="2696"/>
        <pc:sldMkLst>
          <pc:docMk/>
          <pc:sldMk cId="1841566163" sldId="381"/>
        </pc:sldMkLst>
      </pc:sldChg>
      <pc:sldChg chg="del">
        <pc:chgData name="Michael Tseitlin" userId="bb9a064b-a0a0-473d-82e1-46931e9ba129" providerId="ADAL" clId="{6FA16F2B-5FE9-5CD1-A5AE-053ED128255B}" dt="2025-11-23T09:53:02.978" v="1472" actId="2696"/>
        <pc:sldMkLst>
          <pc:docMk/>
          <pc:sldMk cId="965745009" sldId="383"/>
        </pc:sldMkLst>
      </pc:sldChg>
      <pc:sldChg chg="del">
        <pc:chgData name="Michael Tseitlin" userId="bb9a064b-a0a0-473d-82e1-46931e9ba129" providerId="ADAL" clId="{6FA16F2B-5FE9-5CD1-A5AE-053ED128255B}" dt="2025-11-23T10:25:16.741" v="4859" actId="2696"/>
        <pc:sldMkLst>
          <pc:docMk/>
          <pc:sldMk cId="3038118667" sldId="384"/>
        </pc:sldMkLst>
      </pc:sldChg>
      <pc:sldChg chg="del">
        <pc:chgData name="Michael Tseitlin" userId="bb9a064b-a0a0-473d-82e1-46931e9ba129" providerId="ADAL" clId="{6FA16F2B-5FE9-5CD1-A5AE-053ED128255B}" dt="2025-11-23T10:25:16.751" v="4860" actId="2696"/>
        <pc:sldMkLst>
          <pc:docMk/>
          <pc:sldMk cId="2628244028" sldId="385"/>
        </pc:sldMkLst>
      </pc:sldChg>
      <pc:sldChg chg="modSp add del mod">
        <pc:chgData name="Michael Tseitlin" userId="bb9a064b-a0a0-473d-82e1-46931e9ba129" providerId="ADAL" clId="{6FA16F2B-5FE9-5CD1-A5AE-053ED128255B}" dt="2025-11-23T10:05:52.054" v="2586" actId="20577"/>
        <pc:sldMkLst>
          <pc:docMk/>
          <pc:sldMk cId="2485619858" sldId="386"/>
        </pc:sldMkLst>
        <pc:spChg chg="mod">
          <ac:chgData name="Michael Tseitlin" userId="bb9a064b-a0a0-473d-82e1-46931e9ba129" providerId="ADAL" clId="{6FA16F2B-5FE9-5CD1-A5AE-053ED128255B}" dt="2025-11-23T10:02:01.458" v="2219" actId="115"/>
          <ac:spMkLst>
            <pc:docMk/>
            <pc:sldMk cId="2485619858" sldId="386"/>
            <ac:spMk id="2" creationId="{783D4878-6984-B20B-1681-B7ED2F9AE19C}"/>
          </ac:spMkLst>
        </pc:spChg>
        <pc:spChg chg="mod">
          <ac:chgData name="Michael Tseitlin" userId="bb9a064b-a0a0-473d-82e1-46931e9ba129" providerId="ADAL" clId="{6FA16F2B-5FE9-5CD1-A5AE-053ED128255B}" dt="2025-11-23T10:05:52.054" v="2586" actId="20577"/>
          <ac:spMkLst>
            <pc:docMk/>
            <pc:sldMk cId="2485619858" sldId="386"/>
            <ac:spMk id="3" creationId="{53C6AA5A-C134-71FF-BB02-96D7FDA03ED4}"/>
          </ac:spMkLst>
        </pc:spChg>
      </pc:sldChg>
      <pc:sldChg chg="addSp modSp add del mod ord">
        <pc:chgData name="Michael Tseitlin" userId="bb9a064b-a0a0-473d-82e1-46931e9ba129" providerId="ADAL" clId="{6FA16F2B-5FE9-5CD1-A5AE-053ED128255B}" dt="2025-11-23T10:29:20.941" v="4889" actId="2696"/>
        <pc:sldMkLst>
          <pc:docMk/>
          <pc:sldMk cId="420378840" sldId="387"/>
        </pc:sldMkLst>
        <pc:spChg chg="mod">
          <ac:chgData name="Michael Tseitlin" userId="bb9a064b-a0a0-473d-82e1-46931e9ba129" providerId="ADAL" clId="{6FA16F2B-5FE9-5CD1-A5AE-053ED128255B}" dt="2025-11-23T10:16:20.826" v="3315" actId="20577"/>
          <ac:spMkLst>
            <pc:docMk/>
            <pc:sldMk cId="420378840" sldId="387"/>
            <ac:spMk id="2" creationId="{1BAE747A-52B1-C6DD-BF23-D40D31C3EAFB}"/>
          </ac:spMkLst>
        </pc:spChg>
        <pc:spChg chg="mod">
          <ac:chgData name="Michael Tseitlin" userId="bb9a064b-a0a0-473d-82e1-46931e9ba129" providerId="ADAL" clId="{6FA16F2B-5FE9-5CD1-A5AE-053ED128255B}" dt="2025-11-23T10:16:48.586" v="3401" actId="20577"/>
          <ac:spMkLst>
            <pc:docMk/>
            <pc:sldMk cId="420378840" sldId="387"/>
            <ac:spMk id="3" creationId="{2EC239B5-16E6-82A1-4FC7-E7D7642E8BA2}"/>
          </ac:spMkLst>
        </pc:spChg>
        <pc:picChg chg="add mod">
          <ac:chgData name="Michael Tseitlin" userId="bb9a064b-a0a0-473d-82e1-46931e9ba129" providerId="ADAL" clId="{6FA16F2B-5FE9-5CD1-A5AE-053ED128255B}" dt="2025-11-23T09:56:13.014" v="1800" actId="1076"/>
          <ac:picMkLst>
            <pc:docMk/>
            <pc:sldMk cId="420378840" sldId="387"/>
            <ac:picMk id="5" creationId="{8F42FF87-6494-2F41-985F-861C350AF341}"/>
          </ac:picMkLst>
        </pc:picChg>
      </pc:sldChg>
      <pc:sldChg chg="addSp delSp add del setBg delDesignElem">
        <pc:chgData name="Michael Tseitlin" userId="bb9a064b-a0a0-473d-82e1-46931e9ba129" providerId="ADAL" clId="{6FA16F2B-5FE9-5CD1-A5AE-053ED128255B}" dt="2025-11-23T09:53:16.996" v="1477"/>
        <pc:sldMkLst>
          <pc:docMk/>
          <pc:sldMk cId="1519404896" sldId="387"/>
        </pc:sldMkLst>
        <pc:spChg chg="add del">
          <ac:chgData name="Michael Tseitlin" userId="bb9a064b-a0a0-473d-82e1-46931e9ba129" providerId="ADAL" clId="{6FA16F2B-5FE9-5CD1-A5AE-053ED128255B}" dt="2025-11-23T09:53:16.996" v="1477"/>
          <ac:spMkLst>
            <pc:docMk/>
            <pc:sldMk cId="1519404896" sldId="387"/>
            <ac:spMk id="25" creationId="{61EC8431-3895-B09F-3757-7C7DF2E457BA}"/>
          </ac:spMkLst>
        </pc:spChg>
        <pc:spChg chg="add del">
          <ac:chgData name="Michael Tseitlin" userId="bb9a064b-a0a0-473d-82e1-46931e9ba129" providerId="ADAL" clId="{6FA16F2B-5FE9-5CD1-A5AE-053ED128255B}" dt="2025-11-23T09:53:16.996" v="1477"/>
          <ac:spMkLst>
            <pc:docMk/>
            <pc:sldMk cId="1519404896" sldId="387"/>
            <ac:spMk id="27" creationId="{F32CA40B-BA9C-3DCE-CD83-2F355576F1AF}"/>
          </ac:spMkLst>
        </pc:spChg>
        <pc:picChg chg="add del">
          <ac:chgData name="Michael Tseitlin" userId="bb9a064b-a0a0-473d-82e1-46931e9ba129" providerId="ADAL" clId="{6FA16F2B-5FE9-5CD1-A5AE-053ED128255B}" dt="2025-11-23T09:53:16.996" v="1477"/>
          <ac:picMkLst>
            <pc:docMk/>
            <pc:sldMk cId="1519404896" sldId="387"/>
            <ac:picMk id="31" creationId="{D5CE8654-D206-8F9D-0DD8-80D6B8D2EDBA}"/>
          </ac:picMkLst>
        </pc:picChg>
      </pc:sldChg>
      <pc:sldChg chg="modSp add mod">
        <pc:chgData name="Michael Tseitlin" userId="bb9a064b-a0a0-473d-82e1-46931e9ba129" providerId="ADAL" clId="{6FA16F2B-5FE9-5CD1-A5AE-053ED128255B}" dt="2025-11-23T11:31:39.073" v="5770" actId="20577"/>
        <pc:sldMkLst>
          <pc:docMk/>
          <pc:sldMk cId="3783989817" sldId="388"/>
        </pc:sldMkLst>
        <pc:spChg chg="mod">
          <ac:chgData name="Michael Tseitlin" userId="bb9a064b-a0a0-473d-82e1-46931e9ba129" providerId="ADAL" clId="{6FA16F2B-5FE9-5CD1-A5AE-053ED128255B}" dt="2025-11-23T10:15:41.856" v="3301" actId="20577"/>
          <ac:spMkLst>
            <pc:docMk/>
            <pc:sldMk cId="3783989817" sldId="388"/>
            <ac:spMk id="2" creationId="{1A34BA55-99AB-3601-AFB3-BF30D720A304}"/>
          </ac:spMkLst>
        </pc:spChg>
        <pc:spChg chg="mod">
          <ac:chgData name="Michael Tseitlin" userId="bb9a064b-a0a0-473d-82e1-46931e9ba129" providerId="ADAL" clId="{6FA16F2B-5FE9-5CD1-A5AE-053ED128255B}" dt="2025-11-23T11:31:39.073" v="5770" actId="20577"/>
          <ac:spMkLst>
            <pc:docMk/>
            <pc:sldMk cId="3783989817" sldId="388"/>
            <ac:spMk id="3" creationId="{F6EEF16B-B2DE-1DE4-0B03-D99E1046BDAF}"/>
          </ac:spMkLst>
        </pc:spChg>
      </pc:sldChg>
      <pc:sldChg chg="modSp add mod ord">
        <pc:chgData name="Michael Tseitlin" userId="bb9a064b-a0a0-473d-82e1-46931e9ba129" providerId="ADAL" clId="{6FA16F2B-5FE9-5CD1-A5AE-053ED128255B}" dt="2025-11-23T10:21:04.079" v="4138" actId="20577"/>
        <pc:sldMkLst>
          <pc:docMk/>
          <pc:sldMk cId="2105389466" sldId="389"/>
        </pc:sldMkLst>
        <pc:spChg chg="mod">
          <ac:chgData name="Michael Tseitlin" userId="bb9a064b-a0a0-473d-82e1-46931e9ba129" providerId="ADAL" clId="{6FA16F2B-5FE9-5CD1-A5AE-053ED128255B}" dt="2025-11-23T10:20:41.195" v="4130" actId="20577"/>
          <ac:spMkLst>
            <pc:docMk/>
            <pc:sldMk cId="2105389466" sldId="389"/>
            <ac:spMk id="2" creationId="{961615A0-7202-4EA6-D06D-569D398E0FAC}"/>
          </ac:spMkLst>
        </pc:spChg>
        <pc:spChg chg="mod">
          <ac:chgData name="Michael Tseitlin" userId="bb9a064b-a0a0-473d-82e1-46931e9ba129" providerId="ADAL" clId="{6FA16F2B-5FE9-5CD1-A5AE-053ED128255B}" dt="2025-11-23T10:21:04.079" v="4138" actId="20577"/>
          <ac:spMkLst>
            <pc:docMk/>
            <pc:sldMk cId="2105389466" sldId="389"/>
            <ac:spMk id="3" creationId="{4A1A0572-1F37-96F2-6A50-1D9A81102523}"/>
          </ac:spMkLst>
        </pc:spChg>
      </pc:sldChg>
      <pc:sldChg chg="addSp delSp add del setBg delDesignElem">
        <pc:chgData name="Michael Tseitlin" userId="bb9a064b-a0a0-473d-82e1-46931e9ba129" providerId="ADAL" clId="{6FA16F2B-5FE9-5CD1-A5AE-053ED128255B}" dt="2025-11-23T10:29:26.963" v="4892"/>
        <pc:sldMkLst>
          <pc:docMk/>
          <pc:sldMk cId="3546472979" sldId="390"/>
        </pc:sldMkLst>
        <pc:spChg chg="add del">
          <ac:chgData name="Michael Tseitlin" userId="bb9a064b-a0a0-473d-82e1-46931e9ba129" providerId="ADAL" clId="{6FA16F2B-5FE9-5CD1-A5AE-053ED128255B}" dt="2025-11-23T10:29:26.963" v="4892"/>
          <ac:spMkLst>
            <pc:docMk/>
            <pc:sldMk cId="3546472979" sldId="390"/>
            <ac:spMk id="8" creationId="{4E00EB4F-F94C-2533-91DD-906C2612BE4A}"/>
          </ac:spMkLst>
        </pc:spChg>
        <pc:spChg chg="add del">
          <ac:chgData name="Michael Tseitlin" userId="bb9a064b-a0a0-473d-82e1-46931e9ba129" providerId="ADAL" clId="{6FA16F2B-5FE9-5CD1-A5AE-053ED128255B}" dt="2025-11-23T10:29:26.963" v="4892"/>
          <ac:spMkLst>
            <pc:docMk/>
            <pc:sldMk cId="3546472979" sldId="390"/>
            <ac:spMk id="10" creationId="{35B95D0C-C7C6-DF57-29BB-4E34003B3B33}"/>
          </ac:spMkLst>
        </pc:spChg>
        <pc:spChg chg="add del">
          <ac:chgData name="Michael Tseitlin" userId="bb9a064b-a0a0-473d-82e1-46931e9ba129" providerId="ADAL" clId="{6FA16F2B-5FE9-5CD1-A5AE-053ED128255B}" dt="2025-11-23T10:29:26.963" v="4892"/>
          <ac:spMkLst>
            <pc:docMk/>
            <pc:sldMk cId="3546472979" sldId="390"/>
            <ac:spMk id="12" creationId="{874C85BE-F5D1-1307-9421-E399F6E66C4E}"/>
          </ac:spMkLst>
        </pc:spChg>
        <pc:picChg chg="add del">
          <ac:chgData name="Michael Tseitlin" userId="bb9a064b-a0a0-473d-82e1-46931e9ba129" providerId="ADAL" clId="{6FA16F2B-5FE9-5CD1-A5AE-053ED128255B}" dt="2025-11-23T10:29:26.963" v="4892"/>
          <ac:picMkLst>
            <pc:docMk/>
            <pc:sldMk cId="3546472979" sldId="390"/>
            <ac:picMk id="14" creationId="{A3AA5A15-F966-73A5-CC2F-7F6106A13DEA}"/>
          </ac:picMkLst>
        </pc:picChg>
      </pc:sldChg>
      <pc:sldChg chg="delSp modSp add mod ord">
        <pc:chgData name="Michael Tseitlin" userId="bb9a064b-a0a0-473d-82e1-46931e9ba129" providerId="ADAL" clId="{6FA16F2B-5FE9-5CD1-A5AE-053ED128255B}" dt="2025-11-23T10:30:36.239" v="4932" actId="20577"/>
        <pc:sldMkLst>
          <pc:docMk/>
          <pc:sldMk cId="3879946878" sldId="390"/>
        </pc:sldMkLst>
        <pc:spChg chg="mod">
          <ac:chgData name="Michael Tseitlin" userId="bb9a064b-a0a0-473d-82e1-46931e9ba129" providerId="ADAL" clId="{6FA16F2B-5FE9-5CD1-A5AE-053ED128255B}" dt="2025-11-23T10:30:36.239" v="4932" actId="20577"/>
          <ac:spMkLst>
            <pc:docMk/>
            <pc:sldMk cId="3879946878" sldId="390"/>
            <ac:spMk id="2" creationId="{2D734936-0BC0-7687-28A7-B1ADEF074C31}"/>
          </ac:spMkLst>
        </pc:spChg>
        <pc:spChg chg="mod">
          <ac:chgData name="Michael Tseitlin" userId="bb9a064b-a0a0-473d-82e1-46931e9ba129" providerId="ADAL" clId="{6FA16F2B-5FE9-5CD1-A5AE-053ED128255B}" dt="2025-11-23T10:30:00.966" v="4901" actId="14100"/>
          <ac:spMkLst>
            <pc:docMk/>
            <pc:sldMk cId="3879946878" sldId="390"/>
            <ac:spMk id="9" creationId="{56CD15EC-6D8B-78AF-318D-2A8BEA9AD0A2}"/>
          </ac:spMkLst>
        </pc:spChg>
        <pc:picChg chg="del">
          <ac:chgData name="Michael Tseitlin" userId="bb9a064b-a0a0-473d-82e1-46931e9ba129" providerId="ADAL" clId="{6FA16F2B-5FE9-5CD1-A5AE-053ED128255B}" dt="2025-11-23T10:29:44.752" v="4897" actId="478"/>
          <ac:picMkLst>
            <pc:docMk/>
            <pc:sldMk cId="3879946878" sldId="390"/>
            <ac:picMk id="11" creationId="{32430278-C5A3-48A5-4900-3D695E8E3E05}"/>
          </ac:picMkLst>
        </pc:picChg>
      </pc:sldChg>
      <pc:sldChg chg="addSp delSp modSp add mod">
        <pc:chgData name="Michael Tseitlin" userId="bb9a064b-a0a0-473d-82e1-46931e9ba129" providerId="ADAL" clId="{6FA16F2B-5FE9-5CD1-A5AE-053ED128255B}" dt="2025-11-23T10:56:22.581" v="5677" actId="1076"/>
        <pc:sldMkLst>
          <pc:docMk/>
          <pc:sldMk cId="3815379624" sldId="391"/>
        </pc:sldMkLst>
        <pc:spChg chg="mod">
          <ac:chgData name="Michael Tseitlin" userId="bb9a064b-a0a0-473d-82e1-46931e9ba129" providerId="ADAL" clId="{6FA16F2B-5FE9-5CD1-A5AE-053ED128255B}" dt="2025-11-23T10:35:26.805" v="5031" actId="20577"/>
          <ac:spMkLst>
            <pc:docMk/>
            <pc:sldMk cId="3815379624" sldId="391"/>
            <ac:spMk id="2" creationId="{621D8B2B-63F3-FAF0-F0EF-0F05F1A2185A}"/>
          </ac:spMkLst>
        </pc:spChg>
        <pc:spChg chg="del">
          <ac:chgData name="Michael Tseitlin" userId="bb9a064b-a0a0-473d-82e1-46931e9ba129" providerId="ADAL" clId="{6FA16F2B-5FE9-5CD1-A5AE-053ED128255B}" dt="2025-11-23T10:31:40.413" v="4950" actId="478"/>
          <ac:spMkLst>
            <pc:docMk/>
            <pc:sldMk cId="3815379624" sldId="391"/>
            <ac:spMk id="3" creationId="{6334D1F4-5AD2-1232-7C62-F4FC98BE9AE3}"/>
          </ac:spMkLst>
        </pc:spChg>
        <pc:spChg chg="add del mod">
          <ac:chgData name="Michael Tseitlin" userId="bb9a064b-a0a0-473d-82e1-46931e9ba129" providerId="ADAL" clId="{6FA16F2B-5FE9-5CD1-A5AE-053ED128255B}" dt="2025-11-23T10:31:42.331" v="4951" actId="478"/>
          <ac:spMkLst>
            <pc:docMk/>
            <pc:sldMk cId="3815379624" sldId="391"/>
            <ac:spMk id="5" creationId="{2343D525-EA08-5849-85CF-E2A6D27FA228}"/>
          </ac:spMkLst>
        </pc:spChg>
        <pc:picChg chg="add mod">
          <ac:chgData name="Michael Tseitlin" userId="bb9a064b-a0a0-473d-82e1-46931e9ba129" providerId="ADAL" clId="{6FA16F2B-5FE9-5CD1-A5AE-053ED128255B}" dt="2025-11-23T10:56:19.658" v="5676" actId="1076"/>
          <ac:picMkLst>
            <pc:docMk/>
            <pc:sldMk cId="3815379624" sldId="391"/>
            <ac:picMk id="7" creationId="{8A8B2F35-9BA8-DD7F-E830-1DCC0E36ABA4}"/>
          </ac:picMkLst>
        </pc:picChg>
        <pc:picChg chg="add del mod">
          <ac:chgData name="Michael Tseitlin" userId="bb9a064b-a0a0-473d-82e1-46931e9ba129" providerId="ADAL" clId="{6FA16F2B-5FE9-5CD1-A5AE-053ED128255B}" dt="2025-11-23T10:32:35.813" v="4964" actId="478"/>
          <ac:picMkLst>
            <pc:docMk/>
            <pc:sldMk cId="3815379624" sldId="391"/>
            <ac:picMk id="9" creationId="{665F620D-4121-565F-D376-E73B7D53C92F}"/>
          </ac:picMkLst>
        </pc:picChg>
        <pc:picChg chg="add mod">
          <ac:chgData name="Michael Tseitlin" userId="bb9a064b-a0a0-473d-82e1-46931e9ba129" providerId="ADAL" clId="{6FA16F2B-5FE9-5CD1-A5AE-053ED128255B}" dt="2025-11-23T10:56:22.581" v="5677" actId="1076"/>
          <ac:picMkLst>
            <pc:docMk/>
            <pc:sldMk cId="3815379624" sldId="391"/>
            <ac:picMk id="10" creationId="{9B372E5B-7E5C-CA13-7AC3-891B1327A405}"/>
          </ac:picMkLst>
        </pc:picChg>
      </pc:sldChg>
      <pc:sldChg chg="addSp modSp add del mod">
        <pc:chgData name="Michael Tseitlin" userId="bb9a064b-a0a0-473d-82e1-46931e9ba129" providerId="ADAL" clId="{6FA16F2B-5FE9-5CD1-A5AE-053ED128255B}" dt="2025-11-23T10:56:59.739" v="5686" actId="2696"/>
        <pc:sldMkLst>
          <pc:docMk/>
          <pc:sldMk cId="2597196386" sldId="392"/>
        </pc:sldMkLst>
        <pc:spChg chg="mod">
          <ac:chgData name="Michael Tseitlin" userId="bb9a064b-a0a0-473d-82e1-46931e9ba129" providerId="ADAL" clId="{6FA16F2B-5FE9-5CD1-A5AE-053ED128255B}" dt="2025-11-23T10:35:31.474" v="5038" actId="20577"/>
          <ac:spMkLst>
            <pc:docMk/>
            <pc:sldMk cId="2597196386" sldId="392"/>
            <ac:spMk id="2" creationId="{E8B52D97-BCEC-9226-1D16-1A39EFC220DA}"/>
          </ac:spMkLst>
        </pc:spChg>
        <pc:picChg chg="add mod">
          <ac:chgData name="Michael Tseitlin" userId="bb9a064b-a0a0-473d-82e1-46931e9ba129" providerId="ADAL" clId="{6FA16F2B-5FE9-5CD1-A5AE-053ED128255B}" dt="2025-11-23T10:35:05.453" v="5016" actId="1076"/>
          <ac:picMkLst>
            <pc:docMk/>
            <pc:sldMk cId="2597196386" sldId="392"/>
            <ac:picMk id="3" creationId="{4900851A-05CA-4115-C3F2-4E445AE5E908}"/>
          </ac:picMkLst>
        </pc:picChg>
        <pc:picChg chg="mod modCrop">
          <ac:chgData name="Michael Tseitlin" userId="bb9a064b-a0a0-473d-82e1-46931e9ba129" providerId="ADAL" clId="{6FA16F2B-5FE9-5CD1-A5AE-053ED128255B}" dt="2025-11-23T10:33:09.519" v="4966" actId="732"/>
          <ac:picMkLst>
            <pc:docMk/>
            <pc:sldMk cId="2597196386" sldId="392"/>
            <ac:picMk id="7" creationId="{DD0D3201-EF7F-22CD-628B-2AA7E9F8CE9C}"/>
          </ac:picMkLst>
        </pc:picChg>
        <pc:picChg chg="mod">
          <ac:chgData name="Michael Tseitlin" userId="bb9a064b-a0a0-473d-82e1-46931e9ba129" providerId="ADAL" clId="{6FA16F2B-5FE9-5CD1-A5AE-053ED128255B}" dt="2025-11-23T10:32:41.427" v="4965" actId="1076"/>
          <ac:picMkLst>
            <pc:docMk/>
            <pc:sldMk cId="2597196386" sldId="392"/>
            <ac:picMk id="9" creationId="{EB100036-FCAF-9DC7-5BF7-C597147432E0}"/>
          </ac:picMkLst>
        </pc:picChg>
      </pc:sldChg>
      <pc:sldChg chg="addSp delSp modSp add del mod ord">
        <pc:chgData name="Michael Tseitlin" userId="bb9a064b-a0a0-473d-82e1-46931e9ba129" providerId="ADAL" clId="{6FA16F2B-5FE9-5CD1-A5AE-053ED128255B}" dt="2025-11-23T10:35:37.140" v="5039" actId="2696"/>
        <pc:sldMkLst>
          <pc:docMk/>
          <pc:sldMk cId="414081094" sldId="393"/>
        </pc:sldMkLst>
        <pc:spChg chg="mod">
          <ac:chgData name="Michael Tseitlin" userId="bb9a064b-a0a0-473d-82e1-46931e9ba129" providerId="ADAL" clId="{6FA16F2B-5FE9-5CD1-A5AE-053ED128255B}" dt="2025-11-23T10:34:05.637" v="4989" actId="20577"/>
          <ac:spMkLst>
            <pc:docMk/>
            <pc:sldMk cId="414081094" sldId="393"/>
            <ac:spMk id="2" creationId="{B7EBBDAB-1A9F-5157-8271-F8375261BCA1}"/>
          </ac:spMkLst>
        </pc:spChg>
        <pc:picChg chg="add del mod">
          <ac:chgData name="Michael Tseitlin" userId="bb9a064b-a0a0-473d-82e1-46931e9ba129" providerId="ADAL" clId="{6FA16F2B-5FE9-5CD1-A5AE-053ED128255B}" dt="2025-11-23T10:34:28.555" v="4993" actId="21"/>
          <ac:picMkLst>
            <pc:docMk/>
            <pc:sldMk cId="414081094" sldId="393"/>
            <ac:picMk id="4" creationId="{BA299BA4-56F6-94FC-D558-305F218DB918}"/>
          </ac:picMkLst>
        </pc:picChg>
        <pc:picChg chg="del">
          <ac:chgData name="Michael Tseitlin" userId="bb9a064b-a0a0-473d-82e1-46931e9ba129" providerId="ADAL" clId="{6FA16F2B-5FE9-5CD1-A5AE-053ED128255B}" dt="2025-11-23T10:34:06.649" v="4990" actId="478"/>
          <ac:picMkLst>
            <pc:docMk/>
            <pc:sldMk cId="414081094" sldId="393"/>
            <ac:picMk id="7" creationId="{485929B8-D66F-A00F-4886-68BBB3C792EA}"/>
          </ac:picMkLst>
        </pc:picChg>
      </pc:sldChg>
      <pc:sldChg chg="addSp delSp modSp add mod ord">
        <pc:chgData name="Michael Tseitlin" userId="bb9a064b-a0a0-473d-82e1-46931e9ba129" providerId="ADAL" clId="{6FA16F2B-5FE9-5CD1-A5AE-053ED128255B}" dt="2025-11-23T10:37:07.243" v="5092" actId="20577"/>
        <pc:sldMkLst>
          <pc:docMk/>
          <pc:sldMk cId="2236100195" sldId="393"/>
        </pc:sldMkLst>
        <pc:spChg chg="mod">
          <ac:chgData name="Michael Tseitlin" userId="bb9a064b-a0a0-473d-82e1-46931e9ba129" providerId="ADAL" clId="{6FA16F2B-5FE9-5CD1-A5AE-053ED128255B}" dt="2025-11-23T10:37:07.243" v="5092" actId="20577"/>
          <ac:spMkLst>
            <pc:docMk/>
            <pc:sldMk cId="2236100195" sldId="393"/>
            <ac:spMk id="2" creationId="{D80387C5-6478-83D3-5B4A-583C1CDECECB}"/>
          </ac:spMkLst>
        </pc:spChg>
        <pc:picChg chg="add mod">
          <ac:chgData name="Michael Tseitlin" userId="bb9a064b-a0a0-473d-82e1-46931e9ba129" providerId="ADAL" clId="{6FA16F2B-5FE9-5CD1-A5AE-053ED128255B}" dt="2025-11-23T10:36:21.196" v="5057" actId="1076"/>
          <ac:picMkLst>
            <pc:docMk/>
            <pc:sldMk cId="2236100195" sldId="393"/>
            <ac:picMk id="4" creationId="{2792A567-B715-115B-9ECE-D8E923B90A5A}"/>
          </ac:picMkLst>
        </pc:picChg>
        <pc:picChg chg="del">
          <ac:chgData name="Michael Tseitlin" userId="bb9a064b-a0a0-473d-82e1-46931e9ba129" providerId="ADAL" clId="{6FA16F2B-5FE9-5CD1-A5AE-053ED128255B}" dt="2025-11-23T10:35:51.520" v="5054" actId="478"/>
          <ac:picMkLst>
            <pc:docMk/>
            <pc:sldMk cId="2236100195" sldId="393"/>
            <ac:picMk id="7" creationId="{75F4BC4C-BAAD-5046-7F4B-822F9188D64F}"/>
          </ac:picMkLst>
        </pc:picChg>
        <pc:picChg chg="del">
          <ac:chgData name="Michael Tseitlin" userId="bb9a064b-a0a0-473d-82e1-46931e9ba129" providerId="ADAL" clId="{6FA16F2B-5FE9-5CD1-A5AE-053ED128255B}" dt="2025-11-23T10:35:52.720" v="5055" actId="478"/>
          <ac:picMkLst>
            <pc:docMk/>
            <pc:sldMk cId="2236100195" sldId="393"/>
            <ac:picMk id="10" creationId="{CE665E52-4033-714B-D0AE-6D20BF6E6A5B}"/>
          </ac:picMkLst>
        </pc:picChg>
      </pc:sldChg>
      <pc:sldChg chg="addSp modSp add mod ord">
        <pc:chgData name="Michael Tseitlin" userId="bb9a064b-a0a0-473d-82e1-46931e9ba129" providerId="ADAL" clId="{6FA16F2B-5FE9-5CD1-A5AE-053ED128255B}" dt="2025-11-23T10:40:54.895" v="5624" actId="20577"/>
        <pc:sldMkLst>
          <pc:docMk/>
          <pc:sldMk cId="2967096031" sldId="394"/>
        </pc:sldMkLst>
        <pc:spChg chg="mod">
          <ac:chgData name="Michael Tseitlin" userId="bb9a064b-a0a0-473d-82e1-46931e9ba129" providerId="ADAL" clId="{6FA16F2B-5FE9-5CD1-A5AE-053ED128255B}" dt="2025-11-23T10:37:26.868" v="5119" actId="20577"/>
          <ac:spMkLst>
            <pc:docMk/>
            <pc:sldMk cId="2967096031" sldId="394"/>
            <ac:spMk id="2" creationId="{B45B38D4-C6EB-6C3A-3F55-02A914F921D1}"/>
          </ac:spMkLst>
        </pc:spChg>
        <pc:spChg chg="mod">
          <ac:chgData name="Michael Tseitlin" userId="bb9a064b-a0a0-473d-82e1-46931e9ba129" providerId="ADAL" clId="{6FA16F2B-5FE9-5CD1-A5AE-053ED128255B}" dt="2025-11-23T10:40:54.895" v="5624" actId="20577"/>
          <ac:spMkLst>
            <pc:docMk/>
            <pc:sldMk cId="2967096031" sldId="394"/>
            <ac:spMk id="3" creationId="{6D473DC5-C86F-9B08-00FF-BFC234E2D3C7}"/>
          </ac:spMkLst>
        </pc:spChg>
        <pc:picChg chg="add mod">
          <ac:chgData name="Michael Tseitlin" userId="bb9a064b-a0a0-473d-82e1-46931e9ba129" providerId="ADAL" clId="{6FA16F2B-5FE9-5CD1-A5AE-053ED128255B}" dt="2025-11-23T10:40:20.405" v="5568" actId="1076"/>
          <ac:picMkLst>
            <pc:docMk/>
            <pc:sldMk cId="2967096031" sldId="394"/>
            <ac:picMk id="5" creationId="{7877849E-E360-11BF-B62B-5D0962906E72}"/>
          </ac:picMkLst>
        </pc:picChg>
      </pc:sldChg>
      <pc:sldChg chg="addSp delSp modSp add mod">
        <pc:chgData name="Michael Tseitlin" userId="bb9a064b-a0a0-473d-82e1-46931e9ba129" providerId="ADAL" clId="{6FA16F2B-5FE9-5CD1-A5AE-053ED128255B}" dt="2025-11-23T10:52:59.756" v="5675" actId="1038"/>
        <pc:sldMkLst>
          <pc:docMk/>
          <pc:sldMk cId="2367901352" sldId="395"/>
        </pc:sldMkLst>
        <pc:spChg chg="del">
          <ac:chgData name="Michael Tseitlin" userId="bb9a064b-a0a0-473d-82e1-46931e9ba129" providerId="ADAL" clId="{6FA16F2B-5FE9-5CD1-A5AE-053ED128255B}" dt="2025-11-23T10:50:48.265" v="5628" actId="478"/>
          <ac:spMkLst>
            <pc:docMk/>
            <pc:sldMk cId="2367901352" sldId="395"/>
            <ac:spMk id="2" creationId="{45A5F16B-B74F-C67B-F32A-AA14004DA0F1}"/>
          </ac:spMkLst>
        </pc:spChg>
        <pc:spChg chg="del">
          <ac:chgData name="Michael Tseitlin" userId="bb9a064b-a0a0-473d-82e1-46931e9ba129" providerId="ADAL" clId="{6FA16F2B-5FE9-5CD1-A5AE-053ED128255B}" dt="2025-11-23T10:50:48.265" v="5628" actId="478"/>
          <ac:spMkLst>
            <pc:docMk/>
            <pc:sldMk cId="2367901352" sldId="395"/>
            <ac:spMk id="3" creationId="{A99E1481-28DA-1366-BC2F-947DDA7B751D}"/>
          </ac:spMkLst>
        </pc:spChg>
        <pc:spChg chg="add del mod">
          <ac:chgData name="Michael Tseitlin" userId="bb9a064b-a0a0-473d-82e1-46931e9ba129" providerId="ADAL" clId="{6FA16F2B-5FE9-5CD1-A5AE-053ED128255B}" dt="2025-11-23T10:50:54.385" v="5629" actId="478"/>
          <ac:spMkLst>
            <pc:docMk/>
            <pc:sldMk cId="2367901352" sldId="395"/>
            <ac:spMk id="6" creationId="{60B5DB30-C1FA-D72C-6661-3839EE557AA7}"/>
          </ac:spMkLst>
        </pc:spChg>
        <pc:spChg chg="add del mod">
          <ac:chgData name="Michael Tseitlin" userId="bb9a064b-a0a0-473d-82e1-46931e9ba129" providerId="ADAL" clId="{6FA16F2B-5FE9-5CD1-A5AE-053ED128255B}" dt="2025-11-23T10:50:56.130" v="5630"/>
          <ac:spMkLst>
            <pc:docMk/>
            <pc:sldMk cId="2367901352" sldId="395"/>
            <ac:spMk id="8" creationId="{E7FC6D01-95F6-70C5-B17C-DFCE964C65D5}"/>
          </ac:spMkLst>
        </pc:spChg>
        <pc:picChg chg="del">
          <ac:chgData name="Michael Tseitlin" userId="bb9a064b-a0a0-473d-82e1-46931e9ba129" providerId="ADAL" clId="{6FA16F2B-5FE9-5CD1-A5AE-053ED128255B}" dt="2025-11-23T10:50:58.736" v="5631" actId="478"/>
          <ac:picMkLst>
            <pc:docMk/>
            <pc:sldMk cId="2367901352" sldId="395"/>
            <ac:picMk id="5" creationId="{DB67428B-B2C9-8C10-F1CA-C923573AAD28}"/>
          </ac:picMkLst>
        </pc:picChg>
        <pc:picChg chg="add mod">
          <ac:chgData name="Michael Tseitlin" userId="bb9a064b-a0a0-473d-82e1-46931e9ba129" providerId="ADAL" clId="{6FA16F2B-5FE9-5CD1-A5AE-053ED128255B}" dt="2025-11-23T10:52:59.756" v="5675" actId="1038"/>
          <ac:picMkLst>
            <pc:docMk/>
            <pc:sldMk cId="2367901352" sldId="395"/>
            <ac:picMk id="1026" creationId="{2E974261-9DFF-74D4-B876-3E7377CA2A5A}"/>
          </ac:picMkLst>
        </pc:picChg>
      </pc:sldChg>
      <pc:sldChg chg="addSp delSp modSp add mod">
        <pc:chgData name="Michael Tseitlin" userId="bb9a064b-a0a0-473d-82e1-46931e9ba129" providerId="ADAL" clId="{6FA16F2B-5FE9-5CD1-A5AE-053ED128255B}" dt="2025-11-23T10:56:54.433" v="5685" actId="478"/>
        <pc:sldMkLst>
          <pc:docMk/>
          <pc:sldMk cId="3098708398" sldId="396"/>
        </pc:sldMkLst>
        <pc:picChg chg="add mod">
          <ac:chgData name="Michael Tseitlin" userId="bb9a064b-a0a0-473d-82e1-46931e9ba129" providerId="ADAL" clId="{6FA16F2B-5FE9-5CD1-A5AE-053ED128255B}" dt="2025-11-23T10:56:29.812" v="5679"/>
          <ac:picMkLst>
            <pc:docMk/>
            <pc:sldMk cId="3098708398" sldId="396"/>
            <ac:picMk id="3" creationId="{3CBFB472-DA8B-2A39-A150-19E369485B7C}"/>
          </ac:picMkLst>
        </pc:picChg>
        <pc:picChg chg="add mod">
          <ac:chgData name="Michael Tseitlin" userId="bb9a064b-a0a0-473d-82e1-46931e9ba129" providerId="ADAL" clId="{6FA16F2B-5FE9-5CD1-A5AE-053ED128255B}" dt="2025-11-23T10:56:41.256" v="5682"/>
          <ac:picMkLst>
            <pc:docMk/>
            <pc:sldMk cId="3098708398" sldId="396"/>
            <ac:picMk id="4" creationId="{43FB8E62-3BFC-79F0-0B52-8DE34E410736}"/>
          </ac:picMkLst>
        </pc:picChg>
        <pc:picChg chg="add mod">
          <ac:chgData name="Michael Tseitlin" userId="bb9a064b-a0a0-473d-82e1-46931e9ba129" providerId="ADAL" clId="{6FA16F2B-5FE9-5CD1-A5AE-053ED128255B}" dt="2025-11-23T10:56:53.093" v="5684" actId="1076"/>
          <ac:picMkLst>
            <pc:docMk/>
            <pc:sldMk cId="3098708398" sldId="396"/>
            <ac:picMk id="5" creationId="{F34E68CC-869A-4821-36A2-ACBC972F1BFE}"/>
          </ac:picMkLst>
        </pc:picChg>
        <pc:picChg chg="del">
          <ac:chgData name="Michael Tseitlin" userId="bb9a064b-a0a0-473d-82e1-46931e9ba129" providerId="ADAL" clId="{6FA16F2B-5FE9-5CD1-A5AE-053ED128255B}" dt="2025-11-23T10:56:54.433" v="5685" actId="478"/>
          <ac:picMkLst>
            <pc:docMk/>
            <pc:sldMk cId="3098708398" sldId="396"/>
            <ac:picMk id="7" creationId="{2BA148CD-9B72-56C7-136A-696EFD7DE2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6E72D-8571-47E1-AC58-71DBEE48AA33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B2798-9AE8-468E-AC4E-7171D1F9A3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69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B2798-9AE8-468E-AC4E-7171D1F9A32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058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B9EF-914A-049C-62B5-D3820429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4715B-65C3-FA9F-B9D2-A93B8BD52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4F4B2-2DF8-86D6-3DCA-025C0A4FD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1DAFD-905F-DC86-A21A-99F6815D5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B2798-9AE8-468E-AC4E-7171D1F9A32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738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DF573-9F15-39C4-D9B2-5A5B679C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D42EF-4EF1-2889-643E-8EE39CF56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123D1-E502-89E9-8863-C1F55C309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2AF08-7981-F013-4642-C5142D296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B2798-9AE8-468E-AC4E-7171D1F9A32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4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9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1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7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45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7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3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590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85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34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56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34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503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6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01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30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3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7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1965662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968646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shaTs/DP00BB11_INL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A1D68B">
                  <a:lumMod val="40000"/>
                  <a:lumOff val="6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39047" y="2568817"/>
            <a:ext cx="8722029" cy="1949395"/>
          </a:xfrm>
        </p:spPr>
        <p:txBody>
          <a:bodyPr>
            <a:normAutofit/>
          </a:bodyPr>
          <a:lstStyle/>
          <a:p>
            <a:pPr algn="l"/>
            <a:r>
              <a:rPr lang="en-GB" altLang="zh-CN" sz="6600" b="1" dirty="0">
                <a:solidFill>
                  <a:srgbClr val="1F2D29"/>
                </a:solidFill>
                <a:ea typeface="宋体"/>
                <a:cs typeface="Arial"/>
              </a:rPr>
              <a:t>Using INLA-SPDE for Spatial Models in R</a:t>
            </a:r>
            <a:endParaRPr lang="zh-CN" altLang="en-US" sz="6100" dirty="0">
              <a:solidFill>
                <a:srgbClr val="1F2D29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39048" y="940904"/>
            <a:ext cx="3745574" cy="152321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GB" altLang="zh-CN" sz="1600" dirty="0">
                <a:solidFill>
                  <a:srgbClr val="1F2D29"/>
                </a:solidFill>
                <a:ea typeface="+mn-lt"/>
                <a:cs typeface="+mn-lt"/>
              </a:rPr>
              <a:t>Misha Tseitliani</a:t>
            </a:r>
          </a:p>
          <a:p>
            <a:pPr algn="l"/>
            <a:r>
              <a:rPr lang="en-GB" altLang="zh-CN" sz="1600" dirty="0">
                <a:solidFill>
                  <a:srgbClr val="1F2D29"/>
                </a:solidFill>
                <a:ea typeface="+mn-lt"/>
                <a:cs typeface="+mn-lt"/>
              </a:rPr>
              <a:t>25 November 2025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42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70108" y="985292"/>
            <a:ext cx="1345319" cy="1345319"/>
          </a:xfrm>
          <a:prstGeom prst="ellipse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0B620B-3E81-4075-BC12-D4FB3E299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62D9C6-70E7-7C55-9328-7622A8AA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1022548"/>
            <a:ext cx="7958331" cy="1308063"/>
          </a:xfrm>
        </p:spPr>
        <p:txBody>
          <a:bodyPr anchor="b">
            <a:normAutofit/>
          </a:bodyPr>
          <a:lstStyle/>
          <a:p>
            <a:pPr algn="l"/>
            <a:r>
              <a:rPr lang="zh-CN" altLang="en-US" sz="4400" b="1" dirty="0">
                <a:solidFill>
                  <a:srgbClr val="1F2D29"/>
                </a:solidFill>
                <a:ea typeface="宋体"/>
                <a:cs typeface="Arial" panose="020B0604020202020204" pitchFamily="34" charset="0"/>
              </a:rPr>
              <a:t>Overview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D82D1E0-6EBE-7FE1-FC32-60BA89811AFF}"/>
              </a:ext>
            </a:extLst>
          </p:cNvPr>
          <p:cNvSpPr txBox="1">
            <a:spLocks/>
          </p:cNvSpPr>
          <p:nvPr/>
        </p:nvSpPr>
        <p:spPr>
          <a:xfrm>
            <a:off x="2302933" y="2330611"/>
            <a:ext cx="4011806" cy="425306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Supplement to notes that are available on </a:t>
            </a:r>
            <a:r>
              <a:rPr lang="en-GB" altLang="zh-CN" dirty="0">
                <a:ea typeface="宋体"/>
                <a:cs typeface="Arial" panose="020B0604020202020204"/>
                <a:hlinkClick r:id="rId3"/>
              </a:rPr>
              <a:t>GitHub</a:t>
            </a:r>
            <a:r>
              <a:rPr lang="en-GB" altLang="zh-CN" dirty="0">
                <a:ea typeface="宋体"/>
                <a:cs typeface="Arial" panose="020B0604020202020204"/>
              </a:rPr>
              <a:t> (and Moodle) </a:t>
            </a:r>
            <a:r>
              <a:rPr lang="en-GB" altLang="zh-CN" dirty="0">
                <a:ea typeface="宋体"/>
                <a:cs typeface="Arial" panose="020B0604020202020204"/>
                <a:sym typeface="Wingdings" pitchFamily="2" charset="2"/>
              </a:rPr>
              <a:t>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  <a:sym typeface="Wingdings" pitchFamily="2" charset="2"/>
              </a:rPr>
              <a:t>HTML notes are </a:t>
            </a:r>
            <a:r>
              <a:rPr lang="en-GB" altLang="zh-CN" b="1" dirty="0">
                <a:ea typeface="宋体"/>
                <a:cs typeface="Arial" panose="020B0604020202020204"/>
                <a:sym typeface="Wingdings" pitchFamily="2" charset="2"/>
              </a:rPr>
              <a:t>much more comprehensive</a:t>
            </a:r>
            <a:endParaRPr lang="en-GB" altLang="zh-CN" dirty="0">
              <a:ea typeface="宋体"/>
              <a:cs typeface="Arial" panose="020B0604020202020204"/>
            </a:endParaRP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This presentation covers (not in that order)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Method overview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Common pitfalls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Some example syntax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Look at notes if time allows</a:t>
            </a:r>
          </a:p>
        </p:txBody>
      </p:sp>
      <p:pic>
        <p:nvPicPr>
          <p:cNvPr id="11" name="Picture 10" descr="A paper with text on it&#10;&#10;AI-generated content may be incorrect.">
            <a:extLst>
              <a:ext uri="{FF2B5EF4-FFF2-40B4-BE49-F238E27FC236}">
                <a16:creationId xmlns:a16="http://schemas.microsoft.com/office/drawing/2014/main" id="{17C84EFD-0073-8151-5FAD-2F6EE07B74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614" y="785307"/>
            <a:ext cx="5326758" cy="528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EA2F3-9107-7609-F3C2-4E1EA832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F4B8521-7337-AA66-5659-E352689C0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B23BEC-2157-1EA6-9DBC-5245EF028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CC5FB51-4E92-0677-5542-57670E68C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FFCB549-1BBC-4BF2-E476-AE569C2BE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What is it?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D8C61-90EA-34F2-8019-75DECA48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Integrated Nested Lagrange Approximation (</a:t>
            </a:r>
            <a:r>
              <a:rPr lang="en-GB" altLang="zh-CN" b="1" dirty="0">
                <a:ea typeface="宋体"/>
                <a:cs typeface="Arial" panose="020B0604020202020204"/>
              </a:rPr>
              <a:t>INLA</a:t>
            </a:r>
            <a:r>
              <a:rPr lang="en-GB" altLang="zh-CN" dirty="0">
                <a:ea typeface="宋体"/>
                <a:cs typeface="Arial" panose="020B0604020202020204"/>
              </a:rPr>
              <a:t>) – 2009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Faster alternative to Bayesian estimation than MCMC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Stochastic Partial Differential Equations (</a:t>
            </a:r>
            <a:r>
              <a:rPr lang="en-GB" altLang="zh-CN" b="1" dirty="0">
                <a:ea typeface="宋体"/>
                <a:cs typeface="Arial" panose="020B0604020202020204"/>
              </a:rPr>
              <a:t>SPDE</a:t>
            </a:r>
            <a:r>
              <a:rPr lang="en-GB" altLang="zh-CN" dirty="0">
                <a:ea typeface="宋体"/>
                <a:cs typeface="Arial" panose="020B0604020202020204"/>
              </a:rPr>
              <a:t>) – 2011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Computational method for spatial models over a defined area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Implemented with three packages in R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INLA (2009) – original interface</a:t>
            </a:r>
          </a:p>
          <a:p>
            <a:pPr marL="1258570" lvl="2" indent="-344170"/>
            <a:r>
              <a:rPr lang="en-GB" altLang="zh-CN" dirty="0" err="1">
                <a:ea typeface="宋体"/>
                <a:cs typeface="Arial" panose="020B0604020202020204"/>
              </a:rPr>
              <a:t>inlabru</a:t>
            </a:r>
            <a:r>
              <a:rPr lang="en-GB" altLang="zh-CN" dirty="0">
                <a:ea typeface="宋体"/>
                <a:cs typeface="Arial" panose="020B0604020202020204"/>
              </a:rPr>
              <a:t> (2019) – updated cleaner syntax &amp; defaults</a:t>
            </a:r>
          </a:p>
          <a:p>
            <a:pPr marL="1258570" lvl="2" indent="-344170"/>
            <a:r>
              <a:rPr lang="en-GB" altLang="zh-CN" dirty="0" err="1">
                <a:ea typeface="宋体"/>
                <a:cs typeface="Arial" panose="020B0604020202020204"/>
              </a:rPr>
              <a:t>fmesher</a:t>
            </a:r>
            <a:r>
              <a:rPr lang="en-GB" altLang="zh-CN" dirty="0">
                <a:ea typeface="宋体"/>
                <a:cs typeface="Arial" panose="020B0604020202020204"/>
              </a:rPr>
              <a:t> (2023) – split off from INLA; area triangulation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Used most in ecology, health studies (e.g., epidemiology), and environmental studies (e.g., spatial econometrics)</a:t>
            </a:r>
          </a:p>
        </p:txBody>
      </p:sp>
    </p:spTree>
    <p:extLst>
      <p:ext uri="{BB962C8B-B14F-4D97-AF65-F5344CB8AC3E}">
        <p14:creationId xmlns:p14="http://schemas.microsoft.com/office/powerpoint/2010/main" val="1485296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EF966-FC28-5F3F-EB5C-5E9CFB7E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99F5F25-A67F-0AF9-9470-81A0BC45A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1FED1-31C8-C7C5-741B-E114A2135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CE630C-376A-06A6-478A-5FADDC81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83D4878-6984-B20B-1681-B7ED2F9AE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What is it </a:t>
            </a:r>
            <a:r>
              <a:rPr lang="en-GB" altLang="zh-CN" sz="4400" b="1" u="sng" dirty="0">
                <a:solidFill>
                  <a:srgbClr val="1F2D29"/>
                </a:solidFill>
                <a:ea typeface="宋体"/>
                <a:cs typeface="Arial"/>
              </a:rPr>
              <a:t>for</a:t>
            </a:r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?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6AA5A-C134-71FF-BB02-96D7FDA0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Main use case is spatial modelling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Random fields – a continuous latent process in 1+ dimensions that correspond to raster or vector polygon data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Point process models – point vector processes that can be either marked or unmarked and are realised from some underlying latent random field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Good temporal (and </a:t>
            </a:r>
            <a:r>
              <a:rPr lang="en-GB" altLang="zh-CN" dirty="0" err="1">
                <a:ea typeface="宋体"/>
                <a:cs typeface="Arial" panose="020B0604020202020204"/>
              </a:rPr>
              <a:t>spatio</a:t>
            </a:r>
            <a:r>
              <a:rPr lang="en-GB" altLang="zh-CN" dirty="0">
                <a:ea typeface="宋体"/>
                <a:cs typeface="Arial" panose="020B0604020202020204"/>
              </a:rPr>
              <a:t>-temporal) functionality too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Meant for fast fitting to enable more iterative model development: when in doubt, fit a model.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Simple syntax for compact models and small datasets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Complex syntax (incl. parallelisation/HPC) for bigger models &amp; data</a:t>
            </a:r>
          </a:p>
        </p:txBody>
      </p:sp>
    </p:spTree>
    <p:extLst>
      <p:ext uri="{BB962C8B-B14F-4D97-AF65-F5344CB8AC3E}">
        <p14:creationId xmlns:p14="http://schemas.microsoft.com/office/powerpoint/2010/main" val="2485619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4DE8F-779E-F3DB-AC58-E461BA6D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4DA205C-E4DF-4F61-EAD0-7FAE0314E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380BC4-0C5E-95B9-C597-DF5271E60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2DBDE23-2824-501B-9DD7-9DD66DF1D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A34BA55-99AB-3601-AFB3-BF30D720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Possibilities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EF16B-B2DE-1DE4-0B03-D99E1046B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 fontScale="92500" lnSpcReduction="10000"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All models are </a:t>
            </a:r>
            <a:r>
              <a:rPr lang="en-GB" altLang="zh-CN" b="1" dirty="0">
                <a:ea typeface="宋体"/>
                <a:cs typeface="Arial" panose="020B0604020202020204"/>
              </a:rPr>
              <a:t>Bayesian. </a:t>
            </a:r>
            <a:r>
              <a:rPr lang="en-GB" altLang="zh-CN" dirty="0">
                <a:ea typeface="宋体"/>
                <a:cs typeface="Arial" panose="020B0604020202020204"/>
              </a:rPr>
              <a:t>They can include: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GLM (generalised linear models)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GLMMs (generalised linear mixed models)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GEV (generalised extreme value)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ARMA (autoregressive moving average)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LGCP (log Gaussian Cox process)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SVC (Spatially varying covariates)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Random field models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Barrier models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Joint multiple likelihoods (i.e., for SEMs)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Bayesian melding model (i.e., </a:t>
            </a:r>
            <a:r>
              <a:rPr lang="en-GB" altLang="zh-CN">
                <a:ea typeface="宋体"/>
                <a:cs typeface="Arial" panose="020B0604020202020204"/>
              </a:rPr>
              <a:t>data fusion)</a:t>
            </a:r>
            <a:endParaRPr lang="en-GB" altLang="zh-CN" dirty="0">
              <a:ea typeface="宋体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83989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44099-464F-C803-B96E-71E0F374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FFAE6C5-D0AB-640B-32A7-284895B14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5F22F2-53C7-3186-0137-062DAB8F6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D99E7A9-316A-91E1-1B28-6C88EDF9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61615A0-7202-4EA6-D06D-569D398E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Assumptions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A0572-1F37-96F2-6A50-1D9A81102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There are no real consistent assumptions across all model types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In spatial models,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Stationarity – a weaker assumption that the underlying distribution in the latent field is consistent and properly specified across the entire sample area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Isotropy – a strong assumption (with some exceptions) that our spatial structures are rotation-invariant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Any INLA model with multiple terms in a single likelihood is a generalised linear additive model</a:t>
            </a:r>
          </a:p>
          <a:p>
            <a:pPr marL="1258570" lvl="2" indent="-344170"/>
            <a:r>
              <a:rPr lang="en-GB" altLang="zh-CN" dirty="0">
                <a:ea typeface="宋体"/>
                <a:cs typeface="Arial" panose="020B0604020202020204"/>
              </a:rPr>
              <a:t>Recall your GLM(M) assumptions (e.g., mean-variance relationships)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Every model has its own assumptions (e.g., temporal stationarity)</a:t>
            </a:r>
          </a:p>
        </p:txBody>
      </p:sp>
    </p:spTree>
    <p:extLst>
      <p:ext uri="{BB962C8B-B14F-4D97-AF65-F5344CB8AC3E}">
        <p14:creationId xmlns:p14="http://schemas.microsoft.com/office/powerpoint/2010/main" val="2105389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FCBBB-587E-ACBF-55D7-A04FF159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B19873-58B5-F918-7269-D158B2853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1F0A71-3791-983C-726E-DF4A1CC1C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1A3DBB-A475-E64C-8FEC-1C4DBFD40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70108" y="985292"/>
            <a:ext cx="1345319" cy="1345319"/>
          </a:xfrm>
          <a:prstGeom prst="ellipse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7E1B8D-9685-41E1-BCF9-654081B4B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D734936-0BC0-7687-28A7-B1ADEF07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1022548"/>
            <a:ext cx="7958331" cy="1308063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Spatial Modelling A-Z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6CD15EC-6D8B-78AF-318D-2A8BEA9AD0A2}"/>
              </a:ext>
            </a:extLst>
          </p:cNvPr>
          <p:cNvSpPr txBox="1">
            <a:spLocks/>
          </p:cNvSpPr>
          <p:nvPr/>
        </p:nvSpPr>
        <p:spPr>
          <a:xfrm>
            <a:off x="2302932" y="2330611"/>
            <a:ext cx="8118959" cy="4253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Clean data, make spatial, and rescale 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Build the mesh using </a:t>
            </a:r>
            <a:r>
              <a:rPr lang="en-GB" altLang="zh-CN" dirty="0" err="1">
                <a:ea typeface="宋体"/>
                <a:cs typeface="Arial" panose="020B0604020202020204"/>
              </a:rPr>
              <a:t>fmesher</a:t>
            </a:r>
            <a:endParaRPr lang="en-GB" altLang="zh-CN" dirty="0">
              <a:ea typeface="宋体"/>
              <a:cs typeface="Arial" panose="020B0604020202020204"/>
            </a:endParaRP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Construct special model components (i.e., SPDE)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Specify the model formula(e)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Run the fit using INLA/</a:t>
            </a:r>
            <a:r>
              <a:rPr lang="en-GB" altLang="zh-CN" dirty="0" err="1">
                <a:ea typeface="宋体"/>
                <a:cs typeface="Arial" panose="020B0604020202020204"/>
              </a:rPr>
              <a:t>inlabru</a:t>
            </a:r>
            <a:endParaRPr lang="en-GB" altLang="zh-CN" dirty="0">
              <a:ea typeface="宋体"/>
              <a:cs typeface="Arial" panose="020B0604020202020204"/>
            </a:endParaRP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Inspect model object; interpret results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Conduct posterior checks</a:t>
            </a:r>
          </a:p>
        </p:txBody>
      </p:sp>
    </p:spTree>
    <p:extLst>
      <p:ext uri="{BB962C8B-B14F-4D97-AF65-F5344CB8AC3E}">
        <p14:creationId xmlns:p14="http://schemas.microsoft.com/office/powerpoint/2010/main" val="3879946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AA21F-261C-5D08-97E7-9DEA614E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072CA5A-F085-3A94-F753-6ADE23487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6F4C64-C1C1-E096-388E-802EA95CC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7D541B1-1443-78AB-9101-BADA64DD5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6D00908-9BCB-67CA-75C2-EF8D2328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Data Structure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42EAE-FDD7-6EB2-2307-A48FB2E8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INLA cannot accommodate NAs in the underlying mesh or response variables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Preference for tidy </a:t>
            </a:r>
            <a:r>
              <a:rPr lang="en-GB" altLang="zh-CN" dirty="0" err="1">
                <a:ea typeface="宋体"/>
                <a:cs typeface="Arial" panose="020B0604020202020204"/>
              </a:rPr>
              <a:t>dataframes</a:t>
            </a:r>
            <a:r>
              <a:rPr lang="en-GB" altLang="zh-CN" dirty="0">
                <a:ea typeface="宋体"/>
                <a:cs typeface="Arial" panose="020B0604020202020204"/>
              </a:rPr>
              <a:t> and sf/terra spatial objects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Single likelihoods: data is usually in </a:t>
            </a:r>
            <a:r>
              <a:rPr lang="en-GB" altLang="zh-CN" b="1" dirty="0">
                <a:ea typeface="宋体"/>
                <a:cs typeface="Arial" panose="020B0604020202020204"/>
              </a:rPr>
              <a:t>wide format</a:t>
            </a:r>
            <a:r>
              <a:rPr lang="en-GB" altLang="zh-CN" dirty="0">
                <a:ea typeface="宋体"/>
                <a:cs typeface="Arial" panose="020B0604020202020204"/>
              </a:rPr>
              <a:t> for random field models but can be </a:t>
            </a:r>
            <a:r>
              <a:rPr lang="en-GB" altLang="zh-CN" b="1" dirty="0">
                <a:ea typeface="宋体"/>
                <a:cs typeface="Arial" panose="020B0604020202020204"/>
              </a:rPr>
              <a:t>long format</a:t>
            </a:r>
            <a:r>
              <a:rPr lang="en-GB" altLang="zh-CN" dirty="0">
                <a:ea typeface="宋体"/>
                <a:cs typeface="Arial" panose="020B0604020202020204"/>
              </a:rPr>
              <a:t> for point process models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NAs in covariates are OK, and some special effects (e.g., raster covariates) take their own, separate datasets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Be careful of collinearity for </a:t>
            </a:r>
            <a:r>
              <a:rPr lang="en-GB" altLang="zh-CN" b="1" dirty="0">
                <a:ea typeface="宋体"/>
                <a:cs typeface="Arial" panose="020B0604020202020204"/>
              </a:rPr>
              <a:t>inference</a:t>
            </a:r>
            <a:r>
              <a:rPr lang="en-GB" altLang="zh-CN" dirty="0">
                <a:ea typeface="宋体"/>
                <a:cs typeface="Arial" panose="020B0604020202020204"/>
              </a:rPr>
              <a:t> in linear models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Set aside a validation/test set or simulated data to do score computation for </a:t>
            </a:r>
            <a:r>
              <a:rPr lang="en-GB" altLang="zh-CN" b="1" dirty="0">
                <a:ea typeface="宋体"/>
                <a:cs typeface="Arial" panose="020B0604020202020204"/>
              </a:rPr>
              <a:t>prediction</a:t>
            </a:r>
            <a:endParaRPr lang="en-GB" altLang="zh-CN" dirty="0">
              <a:ea typeface="宋体"/>
              <a:cs typeface="Arial" panose="020B0604020202020204"/>
            </a:endParaRPr>
          </a:p>
          <a:p>
            <a:pPr marL="795020" lvl="1" indent="-344170"/>
            <a:endParaRPr lang="en-GB" altLang="zh-CN" dirty="0">
              <a:ea typeface="宋体"/>
              <a:cs typeface="Arial" panose="020B0604020202020204"/>
            </a:endParaRPr>
          </a:p>
          <a:p>
            <a:pPr marL="795020" lvl="1" indent="-344170"/>
            <a:endParaRPr lang="en-GB" altLang="zh-CN" dirty="0">
              <a:ea typeface="宋体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91834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24A60-0970-7D36-6607-A432EB2C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DCE2D55-D95D-A7F3-758A-64989A2C2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73C063-715E-BFEA-6253-D0AB86BF0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2143CFC-F468-9560-BDC9-B94FE23AA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21D8B2B-63F3-FAF0-F0EF-0F05F1A2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2D Mesh &amp; SPDE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8B2F35-9BA8-DD7F-E830-1DCC0E36A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856" y="2210685"/>
            <a:ext cx="7772400" cy="32120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372E5B-7E5C-CA13-7AC3-891B1327A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856" y="5902214"/>
            <a:ext cx="3791109" cy="4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79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42C07-465E-AB23-E441-7F32638D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B3A02A0-405B-CFC2-4069-B9ECBA0E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F70494-D916-1177-72FA-481DD1A50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DABA5C8-C41F-A568-2311-AD306DA6E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7B14F96-F088-9DF6-5BF9-27B885CA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2D Mesh &amp; SPDE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E612B8-1845-1042-DB6B-859C058D0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856" y="5902214"/>
            <a:ext cx="3791109" cy="476319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3CBFB472-DA8B-2A39-A150-19E369485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396" y="0"/>
            <a:ext cx="4615425" cy="685800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34E68CC-869A-4821-36A2-ACBC972F1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59"/>
          <a:stretch>
            <a:fillRect/>
          </a:stretch>
        </p:blipFill>
        <p:spPr>
          <a:xfrm>
            <a:off x="2395035" y="2210684"/>
            <a:ext cx="4744349" cy="321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08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CAD53-133B-8BF5-F067-90A8B98D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375A056-6B45-F9F0-2553-11284CC01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F39E2A-A1EC-C366-B5AF-34B5EC57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1C5388B-766A-31E3-86F5-698AB676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80387C5-6478-83D3-5B4A-583C1CDE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Model Formula &amp; Run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2A567-B715-115B-9ECE-D8E923B90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850" y="3137607"/>
            <a:ext cx="72263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00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4626A-8A30-56D2-B580-3F344A6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2460C2-279A-ECB8-45AB-4FDFD1118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EFF92-90FE-F0CD-EA76-D2E2563CF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6D95763-AB7C-3530-0324-F50937C2E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45B38D4-C6EB-6C3A-3F55-02A914F9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891" y="1059590"/>
            <a:ext cx="7958331" cy="808725"/>
          </a:xfrm>
        </p:spPr>
        <p:txBody>
          <a:bodyPr anchor="b">
            <a:normAutofit/>
          </a:bodyPr>
          <a:lstStyle/>
          <a:p>
            <a:pPr algn="l"/>
            <a:r>
              <a:rPr lang="en-GB" altLang="zh-CN" sz="4400" b="1" dirty="0">
                <a:solidFill>
                  <a:srgbClr val="1F2D29"/>
                </a:solidFill>
                <a:ea typeface="宋体"/>
                <a:cs typeface="Arial"/>
              </a:rPr>
              <a:t>Model Inspection &amp; Checks</a:t>
            </a:r>
            <a:endParaRPr lang="zh-CN" altLang="en-US" sz="4400" b="1" dirty="0">
              <a:solidFill>
                <a:srgbClr val="1F2D29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73DC5-C86F-9B08-00FF-BFC234E2D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933" y="1868315"/>
            <a:ext cx="7621606" cy="4439719"/>
          </a:xfrm>
        </p:spPr>
        <p:txBody>
          <a:bodyPr anchor="t">
            <a:normAutofit/>
          </a:bodyPr>
          <a:lstStyle/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Heavily dependent on model type and analysis aims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Use summary(), residuals, information criteria (i.e., WAIC, DIC) Make sure to interpret accounting for the model link function and Bayesian methodology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Check hyperparameters and priors</a:t>
            </a:r>
          </a:p>
          <a:p>
            <a:pPr marL="795020" lvl="1" indent="-344170"/>
            <a:r>
              <a:rPr lang="en-GB" altLang="zh-CN" dirty="0">
                <a:ea typeface="宋体"/>
                <a:cs typeface="Arial" panose="020B0604020202020204"/>
              </a:rPr>
              <a:t>Generating predictions is harder but best 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7849E-E360-11BF-B62B-5D0962906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115" y="4328069"/>
            <a:ext cx="7325882" cy="25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96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65D03-E383-98AB-6D06-B10BE318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EC4CDE2-F3BC-8EFC-B17E-7B20F8738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BDF8F3-05EB-E08B-97AE-CDDE1C28F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4173136-A495-C97C-FD2D-02EC09CC6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2E974261-9DFF-74D4-B876-3E7377CA2A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4474" r="41212" b="3173"/>
          <a:stretch>
            <a:fillRect/>
          </a:stretch>
        </p:blipFill>
        <p:spPr bwMode="auto">
          <a:xfrm>
            <a:off x="2070760" y="931137"/>
            <a:ext cx="8674444" cy="499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901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1_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16370</TotalTime>
  <Words>639</Words>
  <Application>Microsoft Macintosh PowerPoint</Application>
  <PresentationFormat>Widescreen</PresentationFormat>
  <Paragraphs>75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MS Shell Dlg 2</vt:lpstr>
      <vt:lpstr>宋体</vt:lpstr>
      <vt:lpstr>Arial</vt:lpstr>
      <vt:lpstr>Calibri</vt:lpstr>
      <vt:lpstr>Wingdings</vt:lpstr>
      <vt:lpstr>Wingdings 3</vt:lpstr>
      <vt:lpstr>Madison</vt:lpstr>
      <vt:lpstr>1_Madison</vt:lpstr>
      <vt:lpstr>Using INLA-SPDE for Spatial Models in R</vt:lpstr>
      <vt:lpstr>Overview</vt:lpstr>
      <vt:lpstr>What is it?</vt:lpstr>
      <vt:lpstr>What is it for?</vt:lpstr>
      <vt:lpstr>Possibilities</vt:lpstr>
      <vt:lpstr>Assumptions</vt:lpstr>
      <vt:lpstr>Spatial Modelling A-Z</vt:lpstr>
      <vt:lpstr>Data Structure</vt:lpstr>
      <vt:lpstr>2D Mesh &amp; SPDE</vt:lpstr>
      <vt:lpstr>2D Mesh &amp; SPDE</vt:lpstr>
      <vt:lpstr>Model Formula &amp; Run</vt:lpstr>
      <vt:lpstr>Model Inspection &amp; Checks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Misha Tseitlin</cp:lastModifiedBy>
  <cp:revision>69</cp:revision>
  <dcterms:created xsi:type="dcterms:W3CDTF">2024-02-13T14:43:13Z</dcterms:created>
  <dcterms:modified xsi:type="dcterms:W3CDTF">2025-11-23T11:31:43Z</dcterms:modified>
</cp:coreProperties>
</file>